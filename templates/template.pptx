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974677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619250" y="952500"/>
          <a:ext cx="7334250" cy="3524250"/>
          <a:chOff x="1619250" y="952500"/>
          <a:chExt cx="7334250" cy="3524250"/>
        </a:xfrm>
      </p:grpSpPr>
      <p:sp>
        <p:nvSpPr>
          <p:cNvPr id="2" name="TITLE"/>
          <p:cNvSpPr txBox="1"/>
          <p:nvPr/>
        </p:nvSpPr>
        <p:spPr>
          <a:xfrm>
            <a:off x="1619250" y="1905000"/>
            <a:ext cx="57150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{{TITLE}}]]>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1619250" y="3048000"/>
            <a:ext cx="57150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{{SUBTITLE}}]]></a:t>
            </a:r>
          </a:p>
        </p:txBody>
      </p:sp>
      <p:sp>
        <p:nvSpPr>
          <p:cNvPr id="4" name="ICON_PLACEHOLDER"/>
          <p:cNvSpPr txBox="1"/>
          <p:nvPr/>
        </p:nvSpPr>
        <p:spPr>
          <a:xfrm>
            <a:off x="4286250" y="952500"/>
            <a:ext cx="4762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{{ICON}}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476250"/>
          <a:ext cx="8572500" cy="5238750"/>
          <a:chOff x="476250" y="476250"/>
          <a:chExt cx="8572500" cy="5238750"/>
        </a:xfrm>
      </p:grpSpPr>
      <p:sp>
        <p:nvSpPr>
          <p:cNvPr id="2" name="TITLE"/>
          <p:cNvSpPr txBox="1"/>
          <p:nvPr/>
        </p:nvSpPr>
        <p:spPr>
          <a:xfrm>
            <a:off x="476250" y="476250"/>
            <a:ext cx="7620000" cy="762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{{TITLE}}]]>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476250" y="1428750"/>
            <a:ext cx="7620000" cy="3810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{{BULLETS}}]]></a:t>
            </a:r>
          </a:p>
        </p:txBody>
      </p:sp>
      <p:sp>
        <p:nvSpPr>
          <p:cNvPr id="4" name="ICON_PLACEHOLDER"/>
          <p:cNvSpPr txBox="1"/>
          <p:nvPr/>
        </p:nvSpPr>
        <p:spPr>
          <a:xfrm>
            <a:off x="8096250" y="476250"/>
            <a:ext cx="4762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{{ICON}}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1">
  <a:themeElements>
    <a:clrScheme name="Theme9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2026-02-10T13:35:00Z</dcterms:created>
  <dcterms:modified xsi:type="dcterms:W3CDTF">2026-02-10T13:35:00Z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